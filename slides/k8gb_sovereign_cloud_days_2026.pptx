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3.25–4 minutes elapsed.</a:t>
            </a:r>
          </a:p>
          <a:p/>
          <a:p>
            <a:r>
              <a:t>Use one production example to establish adoption. Millennium bcp reports five regions across two cloud providers and on-premises, shorter DNS incident response, and zero downtime in the reported regional failover tests. These are the case study’s reported results for that deployment. Keep to the three displayed facts and move to the architecture.</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4–5.25 minutes elapsed.</a:t>
            </a:r>
          </a:p>
          <a:p/>
          <a:p>
            <a:r>
              <a:t>Spend 75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Detailed delegation and reconciliation diagrams remain in the appendix.</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5.25–6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Move straight to the client request path.</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6–7.25 minutes elapsed.</a:t>
            </a:r>
          </a:p>
          <a:p/>
          <a:p>
            <a:r>
              <a:t>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7.25–8.5 minutes elapsed.</a:t>
            </a:r>
          </a:p>
          <a:p/>
          <a:p>
            <a:r>
              <a:t>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8.5–9.75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9.75–11 minutes elapsed.</a:t>
            </a:r>
          </a:p>
          <a:p/>
          <a:p>
            <a:r>
              <a:t>Spend 75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11–12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minute 12.</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12–18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minute 18.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18–19.5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19.5–21.5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21.5–23.5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how we observe the disagreement.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23.5–24.75 minutes elapsed.</a:t>
            </a:r>
          </a:p>
          <a:p/>
          <a:p>
            <a:r>
              <a:t>Query the same application name against each authority. Then compare what the recursive cache returns and test a real request. Correlate readiness, controller errors and application results. The metric example shows why three healthy IPs can belong to one cluster; do not spend time deriving the metric. This is the practical response to the partition diagram, not a separate monitoring-tool tour.</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24.75–26 minutes elapsed.</a:t>
            </a:r>
          </a:p>
          <a:p/>
          <a:p>
            <a:r>
              <a:t>Turn the hard parts into four specific tests: remove ready application endpoints, lose a whole cluster, interrupt a peer-health lookup, and restore the primary. Verify authoritative answers, resolver behavior and successful real requests for each test. Automate the sequence and measure recovery. We exercised the workload case; the remaining rows are the production test plan. Finish this section by minute 26.</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26–27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Finish at minute 27 and move to the community invitation.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27–28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Transition to Questions at minute 28.</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GitHub, Slack, community-calendar, adopters and LinkedIn links visible. Hidden appendix slides follow: A1 reconciliation (physical slide 22), A2 delegation (23), A3 normal state (24), A4 failover (25), A5 failback (26), A6 availability responsibilities (27).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 deliberately simplified view of the local checkout at 330d3333. ZoneDelegation manages zone configuration and DNS-server membership, including status.dnsServers. Gslb reconciliation evaluates Service EndpointSlices and uses those peer addresses for health queries. It writes the application DNSEndpoint consumed by CoreDNS. Therefore an edge-DNS interruption must be analysed separately from a failed peer-health query; an edge failure does not by itself prove immediate loss of all cached peer addresses. The chart has separate Gslb and ZoneDelegation reconciliation intervals. Do not present a single exact failover timer. This diagram shows the ExternalDNS provider path: ZoneDelegation reconciliation writes a delegation DNSEndpoint with NS and nameserver-address records. ExternalDNS consumes that resource and updates the parent DNS. A separate branch updates the CoreDNS zone ConfigMap. The lower DNSEndpoint contains application targets and is consumed by CoreDNS, not by ExternalDNS for parent delegation. The two CoreDNS boxes show two roles of the same per-cluster service. The title counts the two k8gb loops; ExternalDNS has its own reconciliation.</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jp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2.png"/><Relationship Id="rId8" Type="http://schemas.openxmlformats.org/officeDocument/2006/relationships/image" Target="../media/image3.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21</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13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16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19 / 21</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A6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